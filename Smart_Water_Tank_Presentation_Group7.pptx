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1828800"/>
            <a:ext cx="1051560" cy="1051560"/>
          </a:xfrm>
          <a:prstGeom prst="ellipse">
            <a:avLst/>
          </a:prstGeom>
          <a:solidFill>
            <a:srgbClr val="EE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6840" y="28346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04672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EB03C"/>
                </a:solidFill>
                <a:latin typeface="Aptos"/>
              </a:rPr>
              <a:t>DESIGN AND SIMULATION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8138160" cy="7772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SMART WATER TANK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8138160" cy="640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OVERFLOW PROTECTION &amp; PUMP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813816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BEE6E7"/>
                </a:solidFill>
                <a:latin typeface="Aptos"/>
              </a:rPr>
              <a:t>SYSTEM USING COMBINATIONAL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7955279" cy="3657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GROUP 7  |  Department of Freshman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941832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DDCE8"/>
                </a:solidFill>
                <a:latin typeface="Aptos"/>
              </a:rPr>
              <a:t>Koneru Lakshmaiah Education Foundation  •  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GROUP 7 — 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Department of Freshman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892040" cy="132588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45262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V. Gouthami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26279" cy="50291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Student ID: 2620080107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892040" cy="1325880"/>
          </a:xfrm>
          <a:prstGeom prst="roundRect">
            <a:avLst/>
          </a:prstGeom>
          <a:solidFill>
            <a:srgbClr val="F6F2E8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45262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K. Veneela Keerthi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26279" cy="50291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Student ID: 2620030599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4892040" cy="132588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30752"/>
            <a:ext cx="45262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Ashritha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526279" cy="50291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Student ID: 2620030457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4892040" cy="1325880"/>
          </a:xfrm>
          <a:prstGeom prst="roundRect">
            <a:avLst/>
          </a:prstGeom>
          <a:solidFill>
            <a:srgbClr val="F6F2E8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30752"/>
            <a:ext cx="45262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Srimai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4526279" cy="50291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Student ID: 2620090118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97280" cy="2743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8E96"/>
                </a:solidFill>
                <a:latin typeface="Aptos"/>
              </a:rPr>
              <a:t>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715000"/>
            <a:ext cx="8046720" cy="2743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03A"/>
                </a:solidFill>
                <a:latin typeface="Aptos"/>
              </a:rPr>
              <a:t>Guide name not specified in the source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Why automate water-tank pump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12080" cy="219456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84632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846320" cy="1371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Water-tank overflow wastes water and electricity. Manual pump control also requires continuous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484632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The 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46320" cy="1371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Water-level sensors provide digital inputs to combinational logic, which automatically switches the pump ON or 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101498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08E96"/>
                </a:solidFill>
                <a:latin typeface="Aptos"/>
              </a:rPr>
              <a:t>Goal: prevent overflow while reducing manual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What the system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Detect the water level inside the tank.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Automatically control the water pump.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Prevent water-tank overflow.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Reduce water and electricity wastage.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Use basic digital logic gates.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Verify the design through simulation.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SYSTEM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Hardware and simulation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20640" cy="438912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47548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Core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79" cy="35661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Water-level sensors
• NOT / logic gates
• Pump-control circuit
• Relay
• Water pump
• LED indicators
• Water tank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64792"/>
            <a:ext cx="4754879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Hardware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79" cy="35661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Sensor electrodes
• Transistor / relay driver
• DC power supply
• Connecting wires
• Water tank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Signal flow from sensing to pump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057400" cy="1143000"/>
          </a:xfrm>
          <a:prstGeom prst="round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WATER-LEVEL
SENSOR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423160"/>
            <a:ext cx="2057400" cy="1143000"/>
          </a:xfrm>
          <a:prstGeom prst="roundRect">
            <a:avLst/>
          </a:prstGeom>
          <a:solidFill>
            <a:srgbClr val="12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COMBINATIONAL
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2057400" cy="1143000"/>
          </a:xfrm>
          <a:prstGeom prst="round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PUMP CONTROL
/ RELAY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423160"/>
            <a:ext cx="2057400" cy="1143000"/>
          </a:xfrm>
          <a:prstGeom prst="roundRect">
            <a:avLst/>
          </a:prstGeom>
          <a:solidFill>
            <a:srgbClr val="12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WATER PUMP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2743200"/>
            <a:ext cx="594360" cy="438912"/>
          </a:xfrm>
          <a:prstGeom prst="rightArrow">
            <a:avLst/>
          </a:prstGeom>
          <a:solidFill>
            <a:srgbClr val="EE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669280" y="2743200"/>
            <a:ext cx="594360" cy="438912"/>
          </a:xfrm>
          <a:prstGeom prst="rightArrow">
            <a:avLst/>
          </a:prstGeom>
          <a:solidFill>
            <a:srgbClr val="EE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03920" y="2743200"/>
            <a:ext cx="594360" cy="438912"/>
          </a:xfrm>
          <a:prstGeom prst="rightArrow">
            <a:avLst/>
          </a:prstGeom>
          <a:solidFill>
            <a:srgbClr val="EE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>
                <a:solidFill>
                  <a:srgbClr val="26303A"/>
                </a:solidFill>
                <a:latin typeface="Aptos"/>
              </a:rPr>
              <a:t>The sensor detects the water level and sends a digital input to the logic circuit.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COMPONENTS REQUIRED FOR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Hardware components compared with simulation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166360" cy="470916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Hardware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0600" cy="3886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Water-level sensors / electrodes
• Logic gates
• Transistor / relay driver
• Relay
• Water pump
• LED indicators
• DC power supply
• Connecting wires
• Water tank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70916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1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Simulation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800600" cy="3886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Digital switches / sensor inputs
• Logic gates
• LED indicators
• Relay / pump representation
• Oscilloscope or logic analyzer (if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TRUTH TABLE &amp; WORKING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L = lower-level sensor; H = full-level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0020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109728" marT="73152"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L="109728" marT="73152"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Pump output</a:t>
                      </a:r>
                    </a:p>
                  </a:txBody>
                  <a:tcPr marL="109728" marT="73152">
                    <a:solidFill>
                      <a:srgbClr val="122A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ON — fill tank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OFF — full detected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ON — below full</a:t>
                      </a:r>
                    </a:p>
                  </a:txBody>
                  <a:tcPr marL="109728" marT="73152">
                    <a:solidFill>
                      <a:srgbClr val="EBF6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A"/>
                          </a:solidFill>
                          <a:latin typeface="Aptos"/>
                        </a:rPr>
                        <a:t>OFF — full detected</a:t>
                      </a:r>
                    </a:p>
                  </a:txBody>
                  <a:tcPr marL="109728" marT="73152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600200"/>
            <a:ext cx="3931920" cy="329184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64792"/>
            <a:ext cx="3566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3566160" cy="2468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Sensor inputs are read as digital signals.
• Logic gates decide whether filling continues or stops.
• When the full-level signal is active, the pump switches OFF.
• The output can drive a relay circuit.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035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D4B23"/>
                </a:solidFill>
                <a:latin typeface="Aptos"/>
              </a:rPr>
              <a:t>Note: Illustrative truth table. Confirm sensor polarity and exact gate logic against the final circuit before hardware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SIMULATION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Procedure to verify pump-control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45336"/>
            <a:ext cx="9601200" cy="457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6303A"/>
                </a:solidFill>
                <a:latin typeface="Aptos"/>
              </a:rPr>
              <a:t>Create sensor inputs using digital switches.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14015"/>
            <a:ext cx="9601200" cy="457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6303A"/>
                </a:solidFill>
                <a:latin typeface="Aptos"/>
              </a:rPr>
              <a:t>Connect the NOT and AND gates.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82696"/>
            <a:ext cx="9601200" cy="457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6303A"/>
                </a:solidFill>
                <a:latin typeface="Aptos"/>
              </a:rPr>
              <a:t>Connect the output to an LED or relay representing the pump.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51376"/>
            <a:ext cx="9601200" cy="457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6303A"/>
                </a:solidFill>
                <a:latin typeface="Aptos"/>
              </a:rPr>
              <a:t>Change the sensor inputs.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83479"/>
            <a:ext cx="502920" cy="502920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20055"/>
            <a:ext cx="9601200" cy="457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6303A"/>
                </a:solidFill>
                <a:latin typeface="Aptos"/>
              </a:rPr>
              <a:t>Observe and verify the pump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ADVANTAGES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Benefits and possible deployment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66360" cy="438912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800600" cy="35661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Prevents water overflow
• Reduces water wastage
• Saves electrical energy
• Reduces manual intervention
• Simple, low-cost circuit
• Easy to simulate and implement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6636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64792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800600" cy="35661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Residential water tanks
• Apartments
• Schools and colleges
• Hospitals
• Industrial water-storage systems
• Agricultural water tanks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22A48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960120" cy="64008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8E96"/>
                </a:solidFill>
                <a:latin typeface="Aptos"/>
              </a:rPr>
              <a:t>Summary and possible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008E96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166360" cy="4663440"/>
          </a:xfrm>
          <a:prstGeom prst="roundRect">
            <a:avLst/>
          </a:prstGeom>
          <a:solidFill>
            <a:srgbClr val="EBF6F7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0600" cy="384047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Designed a smart water-tank pump-control system using combinational logic.
• Sensors provide digital inputs.
• AND and NOT gates generate the pump-control signal.
• The pump turns OFF when the tank is full.
• Simulation verifies the proposed circuit.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663440"/>
          </a:xfrm>
          <a:prstGeom prst="roundRect">
            <a:avLst/>
          </a:prstGeom>
          <a:solidFill>
            <a:srgbClr val="F1F7FC"/>
          </a:solidFill>
          <a:ln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1"/>
            <a:ext cx="48006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2A48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800600" cy="384047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IoT-based water-level monitoring
• Mobile notifications
• LCD / OLED water-level display
• Dry-run protection
• Flow sensors
• Automatic fault detection
• Microcontroller / PLC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166360" y="3063240"/>
            <a:ext cx="1828800" cy="73152"/>
          </a:xfrm>
          <a:prstGeom prst="rect">
            <a:avLst/>
          </a:prstGeom>
          <a:solidFill>
            <a:srgbClr val="EE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0">
                <a:solidFill>
                  <a:srgbClr val="BEE6E7"/>
                </a:solidFill>
                <a:latin typeface="Apto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GROUP 7  •  Smart Water Tank Overflow Protection &amp; Pump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